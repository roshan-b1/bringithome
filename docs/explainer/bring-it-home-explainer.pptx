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MARTA's feeds to your phone: MARTA real-time APIs, recorders on Vultr, Tiger Data, our API, the app. Gemini only translates.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Vultr is an always-on cloud computer. Two Python recorders ask MARTA every 15 to 20 seconds, save the file, store it in Tiger Data and log any gap. It also runs our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TimescaleDB splits the history into 6-hour chunks. A question about 2:40 to 2:50 PM opens one chunk and skips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Compression stores each column shorter: route 49 four times becomes 49 x 4, times become +30 s differences. 9.6 times smaller, lossless.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PostGIS does the map math: keep only vehicles within a quarter mile of North Ave, then find when each came closest. Red 406 passed at 2:46, 40 ft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MARTA only gives one-way arrival times. We recorded, measured how trains and buses really behave, built the planner on it, then rewound and compared: about 96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has two jobs: a sentence into answers, and wording the report email. It never decides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vul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tiger-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tiger-com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tiger-w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ccurate-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ge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